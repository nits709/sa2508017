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>
      <p:cViewPr>
        <p:scale>
          <a:sx n="130" d="100"/>
          <a:sy n="130" d="100"/>
        </p:scale>
        <p:origin x="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5090-E59F-E9E6-6D49-424F0D9D1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19B14-255A-91E8-E48F-77B2085B5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CA7BE-73DA-094D-AE72-1CD4A7F30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A8B90-EDA2-7579-FAF2-7C2D7425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0E6E4-85E3-615A-3D99-E4029981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3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C366-19B5-66F3-33FE-0AB338E1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C2EC3-CF33-8403-27A5-83681EA21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6D1B4-4873-5112-D93E-675751084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0AAE3-D3FA-9521-859B-961DA964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C215-BBE8-64F2-B50B-9CADC06F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20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86FB-3C08-193E-2B7C-B59CA11FD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08EDF-94FC-ECDF-CDA1-057BB5434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1A4FB-156E-4D08-2BD2-949A4258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1BAA-E8E3-5F5A-E359-990A5E304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57CA1-98F1-6DBA-963E-3C06ED0E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1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1EF60-6141-171F-E7B4-6DC983A25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3F8DD-6BFC-56B6-9BF3-C2A42C0F1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3BB44-71DB-49F2-6EBC-D31692DCC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42EE3-D8A6-92F6-746F-796E9D6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CEA56-56A3-C046-CB42-A2640BEC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2EDB5-16FA-8D5D-3542-09ABD0661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32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1105-6BC0-254E-D9DD-5A5828B17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E39A3-7BE5-D4E9-70FC-B9B9A1A86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678DE-43C7-0B14-451F-A4C85BDB7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061A2-7250-1FE3-CA97-ABF72F17E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135467-B618-41A3-9F4A-319CCD085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EE7DE-D88A-ABE8-6172-9BF2C317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0D02A-0637-2598-A86B-E708DDF8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13B26-7852-6395-C94F-AC1CCD62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22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C745-E8F8-C91B-8290-4342F4F8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53851-231A-73A3-2B14-16D56DBC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4DF84-C25B-4F68-4F30-891E45F1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06A46-BBD4-5B76-4EA9-6B20FC95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2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5DB145-305C-C3CB-8B73-4ED51CA4C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0ADAC-32DF-7BF6-3B52-1A34A62FC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5F977-D78B-BE8B-9A22-9385C16BB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49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0601-D6DA-86A8-B429-3CCA949A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328F-BC3C-3362-ADFF-00F758FF7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443ED-57AD-1509-1260-72B50B532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C8B76-E0B1-80A9-1003-B247E5D4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3D62B-8B12-120E-52F7-159DD12E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00C10-57DF-A943-1B96-7B7B8502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50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A8EB-CFA6-5EA8-70D6-EB8A2362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F7280-8129-46B0-8325-24E07986A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E4919-562B-5B39-FEBE-2F316408E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4DCF8-D395-33D2-180E-8E060F2B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F6802-B43B-FF75-E7DA-5574A44B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16C7A-D7AD-1C9D-6E03-B0273A16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60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15C2-3EF4-6BF2-43D6-DC2DDBD16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3E1D4-04C3-0224-69A7-D6C8D9340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9B7DF-5248-444A-B489-F86495C3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B3CE3-3B3D-08ED-6E0A-A9E59EF1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CEF0-4D93-8FBC-5F78-8FEBF5A4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3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F4D5B7-BD87-6224-2365-D3B249392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4A8A-8C8A-3C4F-8580-B71B021A1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13AFE-B0E0-A870-E7EA-FA8E3864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CE631-803B-E006-E176-E08C2DA5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2E455-3C3F-3C38-C03C-9FD7F829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5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9E54C-701B-F21E-1C60-419F03D2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68C4F-2816-0512-B589-B35FBCC2C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3A485-64A7-62BD-2116-F18F7A8D7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63B09-EFBE-DA40-A223-63364B35EFD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F6EB3-EBF9-4E69-8619-11B7B62F7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A0CA0-B736-32F0-D9BC-DC604A3C7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032DA-9DAC-6E4A-8764-F85443584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53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6CD414-52A8-F3AA-8A45-A773C31F2D7E}"/>
              </a:ext>
            </a:extLst>
          </p:cNvPr>
          <p:cNvSpPr/>
          <p:nvPr/>
        </p:nvSpPr>
        <p:spPr>
          <a:xfrm>
            <a:off x="221673" y="1175657"/>
            <a:ext cx="1840675" cy="35744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Automation Script</a:t>
            </a:r>
            <a:br>
              <a:rPr lang="en-US" dirty="0"/>
            </a:br>
            <a:r>
              <a:rPr lang="en-US" dirty="0"/>
              <a:t>java / python/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BB691A-90DD-7A95-BCE3-5D73E97C5A37}"/>
              </a:ext>
            </a:extLst>
          </p:cNvPr>
          <p:cNvSpPr/>
          <p:nvPr/>
        </p:nvSpPr>
        <p:spPr>
          <a:xfrm>
            <a:off x="9666514" y="1330036"/>
            <a:ext cx="2303813" cy="36457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Browser,</a:t>
            </a:r>
          </a:p>
          <a:p>
            <a:pPr algn="ctr"/>
            <a:r>
              <a:rPr lang="en-US" dirty="0"/>
              <a:t>Chrome, Firefox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C6732A3-CD7D-DD21-B3EE-65A2CAAA44E3}"/>
              </a:ext>
            </a:extLst>
          </p:cNvPr>
          <p:cNvSpPr/>
          <p:nvPr/>
        </p:nvSpPr>
        <p:spPr>
          <a:xfrm>
            <a:off x="4358244" y="1484416"/>
            <a:ext cx="2588821" cy="29807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Remote Control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D22BA2-BD10-85DC-1CE9-35A93426621D}"/>
              </a:ext>
            </a:extLst>
          </p:cNvPr>
          <p:cNvCxnSpPr>
            <a:stCxn id="4" idx="3"/>
            <a:endCxn id="6" idx="2"/>
          </p:cNvCxnSpPr>
          <p:nvPr/>
        </p:nvCxnSpPr>
        <p:spPr>
          <a:xfrm>
            <a:off x="2062348" y="2962894"/>
            <a:ext cx="2295896" cy="11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A1A0A9-405A-40C4-ADCB-90542C26BE2D}"/>
              </a:ext>
            </a:extLst>
          </p:cNvPr>
          <p:cNvCxnSpPr>
            <a:stCxn id="6" idx="6"/>
          </p:cNvCxnSpPr>
          <p:nvPr/>
        </p:nvCxnSpPr>
        <p:spPr>
          <a:xfrm flipV="1">
            <a:off x="6947065" y="2956956"/>
            <a:ext cx="2719449" cy="17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C37124-4753-4685-43E8-C38CD0CD6BE5}"/>
              </a:ext>
            </a:extLst>
          </p:cNvPr>
          <p:cNvSpPr txBox="1"/>
          <p:nvPr/>
        </p:nvSpPr>
        <p:spPr>
          <a:xfrm>
            <a:off x="4237703" y="363794"/>
            <a:ext cx="2708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Selenium Remote control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66AE4-63DA-7877-423E-E134697D7C96}"/>
              </a:ext>
            </a:extLst>
          </p:cNvPr>
          <p:cNvSpPr txBox="1"/>
          <p:nvPr/>
        </p:nvSpPr>
        <p:spPr>
          <a:xfrm>
            <a:off x="7128387" y="2369574"/>
            <a:ext cx="1747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JavaScript code</a:t>
            </a:r>
            <a:br>
              <a:rPr lang="en-US" dirty="0"/>
            </a:br>
            <a:r>
              <a:rPr lang="en-US" dirty="0"/>
              <a:t>Injection</a:t>
            </a:r>
          </a:p>
        </p:txBody>
      </p:sp>
    </p:spTree>
    <p:extLst>
      <p:ext uri="{BB962C8B-B14F-4D97-AF65-F5344CB8AC3E}">
        <p14:creationId xmlns:p14="http://schemas.microsoft.com/office/powerpoint/2010/main" val="9191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098F3-08B9-C8D3-0A5D-F730E000D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8091D6C-47A9-D56E-22D1-849D33DAA3F8}"/>
              </a:ext>
            </a:extLst>
          </p:cNvPr>
          <p:cNvSpPr/>
          <p:nvPr/>
        </p:nvSpPr>
        <p:spPr>
          <a:xfrm>
            <a:off x="221673" y="1175657"/>
            <a:ext cx="1840675" cy="35744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Automation Script</a:t>
            </a:r>
            <a:br>
              <a:rPr lang="en-US" dirty="0"/>
            </a:br>
            <a:r>
              <a:rPr lang="en-US" dirty="0"/>
              <a:t>java / python/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4038DF-6B37-DB83-8E72-CE4F80F835CB}"/>
              </a:ext>
            </a:extLst>
          </p:cNvPr>
          <p:cNvSpPr/>
          <p:nvPr/>
        </p:nvSpPr>
        <p:spPr>
          <a:xfrm>
            <a:off x="9666514" y="1330036"/>
            <a:ext cx="2303813" cy="36457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Browser,</a:t>
            </a:r>
          </a:p>
          <a:p>
            <a:pPr algn="ctr"/>
            <a:r>
              <a:rPr lang="en-US" dirty="0"/>
              <a:t>Chrome, Firefox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3BA582-2854-BC8F-CD84-4C44150F6B8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062348" y="2962894"/>
            <a:ext cx="2295896" cy="11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1E4640-457A-81AB-706E-9F0D5A0B3B2F}"/>
              </a:ext>
            </a:extLst>
          </p:cNvPr>
          <p:cNvCxnSpPr>
            <a:cxnSpLocks/>
          </p:cNvCxnSpPr>
          <p:nvPr/>
        </p:nvCxnSpPr>
        <p:spPr>
          <a:xfrm flipV="1">
            <a:off x="6947065" y="2956956"/>
            <a:ext cx="2719449" cy="17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92ED166-3C7A-31BA-CA0E-00DB416F37B3}"/>
              </a:ext>
            </a:extLst>
          </p:cNvPr>
          <p:cNvSpPr txBox="1"/>
          <p:nvPr/>
        </p:nvSpPr>
        <p:spPr>
          <a:xfrm>
            <a:off x="4237703" y="363794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Selenium  WebDriver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856128E-40DF-F764-AC80-A1189DE72270}"/>
              </a:ext>
            </a:extLst>
          </p:cNvPr>
          <p:cNvCxnSpPr/>
          <p:nvPr/>
        </p:nvCxnSpPr>
        <p:spPr>
          <a:xfrm>
            <a:off x="4326194" y="2974769"/>
            <a:ext cx="26208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154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D2B0A0-6888-FB84-83BF-C0BB41A6B438}"/>
              </a:ext>
            </a:extLst>
          </p:cNvPr>
          <p:cNvSpPr/>
          <p:nvPr/>
        </p:nvSpPr>
        <p:spPr>
          <a:xfrm>
            <a:off x="221673" y="1175657"/>
            <a:ext cx="1840675" cy="35744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Automation Script</a:t>
            </a:r>
            <a:br>
              <a:rPr lang="en-US" dirty="0"/>
            </a:br>
            <a:r>
              <a:rPr lang="en-US" dirty="0"/>
              <a:t>java / python/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764954-B245-5186-FA72-5134577CAD2D}"/>
              </a:ext>
            </a:extLst>
          </p:cNvPr>
          <p:cNvSpPr/>
          <p:nvPr/>
        </p:nvSpPr>
        <p:spPr>
          <a:xfrm>
            <a:off x="9666514" y="1330036"/>
            <a:ext cx="2303813" cy="36457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Browser,</a:t>
            </a:r>
          </a:p>
          <a:p>
            <a:pPr algn="ctr"/>
            <a:r>
              <a:rPr lang="en-US" dirty="0"/>
              <a:t>Chrome, Firefox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8CC99-2DF9-6353-9CC3-4B7C992AF25E}"/>
              </a:ext>
            </a:extLst>
          </p:cNvPr>
          <p:cNvSpPr txBox="1"/>
          <p:nvPr/>
        </p:nvSpPr>
        <p:spPr>
          <a:xfrm>
            <a:off x="750716" y="621659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A7EB7-9385-03CF-E448-7230F89341EC}"/>
              </a:ext>
            </a:extLst>
          </p:cNvPr>
          <p:cNvSpPr txBox="1"/>
          <p:nvPr/>
        </p:nvSpPr>
        <p:spPr>
          <a:xfrm>
            <a:off x="10409686" y="806325"/>
            <a:ext cx="81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1A97D5-1AE0-8829-82AE-67500C542337}"/>
              </a:ext>
            </a:extLst>
          </p:cNvPr>
          <p:cNvCxnSpPr/>
          <p:nvPr/>
        </p:nvCxnSpPr>
        <p:spPr>
          <a:xfrm>
            <a:off x="2062348" y="2674374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xagon 9">
            <a:extLst>
              <a:ext uri="{FF2B5EF4-FFF2-40B4-BE49-F238E27FC236}">
                <a16:creationId xmlns:a16="http://schemas.microsoft.com/office/drawing/2014/main" id="{0773AE92-B4E8-E048-5177-C4971A5A68AF}"/>
              </a:ext>
            </a:extLst>
          </p:cNvPr>
          <p:cNvSpPr/>
          <p:nvPr/>
        </p:nvSpPr>
        <p:spPr>
          <a:xfrm>
            <a:off x="4611329" y="1897626"/>
            <a:ext cx="2310581" cy="2320413"/>
          </a:xfrm>
          <a:prstGeom prst="hex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WebDriver API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3A3358-8B88-CB86-EA3F-4A1F70FB24C7}"/>
              </a:ext>
            </a:extLst>
          </p:cNvPr>
          <p:cNvCxnSpPr/>
          <p:nvPr/>
        </p:nvCxnSpPr>
        <p:spPr>
          <a:xfrm>
            <a:off x="2062348" y="2962893"/>
            <a:ext cx="25096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83B20B-3821-E54A-9732-E764757A57F6}"/>
              </a:ext>
            </a:extLst>
          </p:cNvPr>
          <p:cNvCxnSpPr>
            <a:cxnSpLocks/>
          </p:cNvCxnSpPr>
          <p:nvPr/>
        </p:nvCxnSpPr>
        <p:spPr>
          <a:xfrm>
            <a:off x="6961239" y="3057832"/>
            <a:ext cx="2705275" cy="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90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54</Words>
  <Application>Microsoft Macintosh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gupta</dc:creator>
  <cp:lastModifiedBy>nitin gupta</cp:lastModifiedBy>
  <cp:revision>1</cp:revision>
  <dcterms:created xsi:type="dcterms:W3CDTF">2025-11-04T14:58:37Z</dcterms:created>
  <dcterms:modified xsi:type="dcterms:W3CDTF">2025-11-05T06:14:04Z</dcterms:modified>
</cp:coreProperties>
</file>