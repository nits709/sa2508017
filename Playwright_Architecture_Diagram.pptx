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07" d="100"/>
          <a:sy n="107" d="100"/>
        </p:scale>
        <p:origin x="92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34C10-0B1F-EE15-3574-8A5105BB75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885FAF-C37A-34CC-033B-F6943CD66A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7D22E-8537-2307-B60A-88ED31976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EAA2A-744A-4043-9E39-93D5A9A8D5DB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F49A5-7DF2-E158-17C8-AE11C0712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BBF7F-CC11-D759-3A4E-FAC1654C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10BC1-5BD9-714B-BEBD-300B5191D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709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13D1F-3EAD-36A3-4378-23CF7758A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3504B-18CD-B2DA-D006-4955A61B0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16CF0-B455-5B68-EE3D-0F5AE9240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EAA2A-744A-4043-9E39-93D5A9A8D5DB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BB857-B34E-5189-B926-2CBEB7918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D21BF-3E28-D713-4FDF-8F1AB9AA4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10BC1-5BD9-714B-BEBD-300B5191D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382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279A4-FCE9-22AC-1A9E-905B5A320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BAB17-B581-FA69-6CA8-E7A86B80C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B93A9-C7F1-6F01-3713-E89352DB7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EAA2A-744A-4043-9E39-93D5A9A8D5DB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3F655-C971-4F74-EAA1-B7CFC98AB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53593-45AE-607B-3039-3DC9AB03E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10BC1-5BD9-714B-BEBD-300B5191D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131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15FDB-CAE9-8BFC-46D7-4B7614A08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93B17-B057-E78C-0464-C099E9D5C7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377628-3632-7A58-30D6-82EFB062C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E6D31-534C-FF79-BB2D-1E82E2297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EAA2A-744A-4043-9E39-93D5A9A8D5DB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D600E-98D8-AE79-A815-A12453A6C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50717B-D126-32F5-C623-299E3C022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10BC1-5BD9-714B-BEBD-300B5191D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604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EFC04-C688-25E6-B72C-74D001244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3C7FB-1259-4160-E1E6-46EFBC8F5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A1CB47-EB74-F2D3-2860-191788B8B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91622D-D36B-89BD-DCAD-6BDD745AC4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0C9D66-100F-FFA2-24CE-575A238B43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C15CE0-CD48-265C-BAD3-19BF0FE28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EAA2A-744A-4043-9E39-93D5A9A8D5DB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9FC83B-E1A5-E798-4236-A282100AF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D1FCCD-263F-3000-7E1E-116A92E21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10BC1-5BD9-714B-BEBD-300B5191D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811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F6327-937F-AC7C-B60B-9371DAAB8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3C234-D693-E6F9-348B-557C8AE38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EAA2A-744A-4043-9E39-93D5A9A8D5DB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7FEBD2-4189-74D5-5F1A-E6A82E564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D68F14-5466-6D52-9700-718818026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10BC1-5BD9-714B-BEBD-300B5191D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199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2E32A4-68F2-2CE6-5DB5-626565755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EAA2A-744A-4043-9E39-93D5A9A8D5DB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476F83-D6CF-5EA0-4849-D63FC2A4D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BB552-40B5-FAB0-A7C9-F3BFC1AF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10BC1-5BD9-714B-BEBD-300B5191D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17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B41F7-005C-E15C-3984-45B1D4424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F7A5D-4371-580E-0D0E-30AEFD886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B0A87F-A5DA-EE41-E4D0-0B73F1BB9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4B9349-F8D3-40A7-6BEF-7F9F52422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EAA2A-744A-4043-9E39-93D5A9A8D5DB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430E89-71B7-6C7C-D745-20218B340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AFA04-0A14-D8F2-CFE0-AB863A284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10BC1-5BD9-714B-BEBD-300B5191D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281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79352-1F22-45DB-CF68-69E72C5A0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457CBC-00CD-39D1-86CB-A04EC122EE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7BC4D-7082-B47F-D061-F656FEBFF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C8117-CA54-CA3C-D724-B5FF49AEF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EAA2A-744A-4043-9E39-93D5A9A8D5DB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C24C1-9D93-8FFC-BB3E-5B5AB3896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63801A-C998-1DB7-7129-D6C587DD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10BC1-5BD9-714B-BEBD-300B5191D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886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25F44-C5CE-417B-C56C-17874BE90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E4105F-2400-0F9E-A3E7-51E9E21B7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D75A0-F7EA-A1DE-37FB-EF4E9D8B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EAA2A-744A-4043-9E39-93D5A9A8D5DB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8473C-F17E-6BDA-4786-B98427712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A33E5-1DE7-B6A9-4BB2-C40AD9D74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10BC1-5BD9-714B-BEBD-300B5191D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035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FA92C7-7AC8-861C-2B1F-BD2CA2AED0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2A9F67-B8CE-DCB0-568F-A27F0C7BE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035E6-55BB-791B-2E2E-19DC9041E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EAA2A-744A-4043-9E39-93D5A9A8D5DB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8C2FC-15E1-B4F3-BC2C-84AC11894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7C3D9-AFAE-2D20-F323-CC94B4E7A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10BC1-5BD9-714B-BEBD-300B5191D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007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B60DE3-23E8-673F-AF0E-CD7AFB39E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30710-41C8-A6CE-0E93-20C4942CC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C3E40-6159-1426-BA4A-5A56516145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1EAA2A-744A-4043-9E39-93D5A9A8D5DB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59004-7230-03A0-ECBC-9E1A8DB586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2EA04-A58D-9E96-3653-E4C86D9018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510BC1-5BD9-714B-BEBD-300B5191D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732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E0CB6C-6522-DADB-58FE-4C278F1636F6}"/>
              </a:ext>
            </a:extLst>
          </p:cNvPr>
          <p:cNvSpPr/>
          <p:nvPr/>
        </p:nvSpPr>
        <p:spPr>
          <a:xfrm>
            <a:off x="285008" y="1341912"/>
            <a:ext cx="1567543" cy="45007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Test Script/Language binding</a:t>
            </a:r>
            <a:br>
              <a:rPr lang="en-US" dirty="0"/>
            </a:br>
            <a:r>
              <a:rPr lang="en-US" dirty="0"/>
              <a:t>Java</a:t>
            </a:r>
            <a:br>
              <a:rPr lang="en-US" dirty="0"/>
            </a:br>
            <a:r>
              <a:rPr lang="en-US" dirty="0"/>
              <a:t>JS</a:t>
            </a:r>
            <a:br>
              <a:rPr lang="en-US" dirty="0"/>
            </a:br>
            <a:r>
              <a:rPr lang="en-US" dirty="0"/>
              <a:t>.NET</a:t>
            </a:r>
          </a:p>
          <a:p>
            <a:pPr algn="ctr"/>
            <a:r>
              <a:rPr lang="en-US" dirty="0"/>
              <a:t>C#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98CCEB3-BAD7-2865-383E-8BB9AB866FA7}"/>
              </a:ext>
            </a:extLst>
          </p:cNvPr>
          <p:cNvSpPr/>
          <p:nvPr/>
        </p:nvSpPr>
        <p:spPr>
          <a:xfrm>
            <a:off x="10481953" y="2271155"/>
            <a:ext cx="1425039" cy="231568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Chromium</a:t>
            </a:r>
            <a:br>
              <a:rPr lang="en-US" dirty="0"/>
            </a:br>
            <a:r>
              <a:rPr lang="en-US" dirty="0"/>
              <a:t>Firefox</a:t>
            </a:r>
            <a:br>
              <a:rPr lang="en-US" dirty="0"/>
            </a:br>
            <a:r>
              <a:rPr lang="en-US" dirty="0"/>
              <a:t>WebKit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5C2E2C-EE95-B155-C0D0-0D554193DC19}"/>
              </a:ext>
            </a:extLst>
          </p:cNvPr>
          <p:cNvSpPr/>
          <p:nvPr/>
        </p:nvSpPr>
        <p:spPr>
          <a:xfrm>
            <a:off x="6493823" y="1341912"/>
            <a:ext cx="1567543" cy="45007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Node.js</a:t>
            </a:r>
            <a:br>
              <a:rPr lang="en-US" dirty="0"/>
            </a:br>
            <a:r>
              <a:rPr lang="en-US" dirty="0"/>
              <a:t>Playwright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80647AD-E124-5E66-1265-C93283E8C733}"/>
              </a:ext>
            </a:extLst>
          </p:cNvPr>
          <p:cNvCxnSpPr/>
          <p:nvPr/>
        </p:nvCxnSpPr>
        <p:spPr>
          <a:xfrm>
            <a:off x="2078182" y="2386940"/>
            <a:ext cx="41801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C2FC494-A118-62F7-E6E5-19AF1ACC5D0F}"/>
              </a:ext>
            </a:extLst>
          </p:cNvPr>
          <p:cNvCxnSpPr/>
          <p:nvPr/>
        </p:nvCxnSpPr>
        <p:spPr>
          <a:xfrm flipH="1">
            <a:off x="2054431" y="5082639"/>
            <a:ext cx="42513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66182F4-400F-6AAB-D056-637567489EA6}"/>
              </a:ext>
            </a:extLst>
          </p:cNvPr>
          <p:cNvCxnSpPr/>
          <p:nvPr/>
        </p:nvCxnSpPr>
        <p:spPr>
          <a:xfrm>
            <a:off x="8348353" y="2826327"/>
            <a:ext cx="19000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E7BF12D-3C49-DD53-DC6A-A50234BD0841}"/>
              </a:ext>
            </a:extLst>
          </p:cNvPr>
          <p:cNvCxnSpPr/>
          <p:nvPr/>
        </p:nvCxnSpPr>
        <p:spPr>
          <a:xfrm flipH="1">
            <a:off x="8348353" y="4298868"/>
            <a:ext cx="19000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99B2109-CD3B-B5AA-EDED-592B5982D498}"/>
              </a:ext>
            </a:extLst>
          </p:cNvPr>
          <p:cNvSpPr txBox="1"/>
          <p:nvPr/>
        </p:nvSpPr>
        <p:spPr>
          <a:xfrm>
            <a:off x="231753" y="830674"/>
            <a:ext cx="1822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Playwright client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E96D8D-CE7C-A247-56C1-BEB16C7723DF}"/>
              </a:ext>
            </a:extLst>
          </p:cNvPr>
          <p:cNvSpPr txBox="1"/>
          <p:nvPr/>
        </p:nvSpPr>
        <p:spPr>
          <a:xfrm>
            <a:off x="6423930" y="758823"/>
            <a:ext cx="170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Playwright core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BB56B6-8654-EB86-6C0D-9BDEFD4FC6C6}"/>
              </a:ext>
            </a:extLst>
          </p:cNvPr>
          <p:cNvSpPr txBox="1"/>
          <p:nvPr/>
        </p:nvSpPr>
        <p:spPr>
          <a:xfrm>
            <a:off x="10865922" y="1710047"/>
            <a:ext cx="998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Browser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22EB81-2DDA-C024-63AF-43D060F7B55A}"/>
              </a:ext>
            </a:extLst>
          </p:cNvPr>
          <p:cNvSpPr txBox="1"/>
          <p:nvPr/>
        </p:nvSpPr>
        <p:spPr>
          <a:xfrm>
            <a:off x="2921775" y="3428999"/>
            <a:ext cx="2492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WebSocket connection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337870-E5F9-05A6-21ED-0AF4FA9AD894}"/>
              </a:ext>
            </a:extLst>
          </p:cNvPr>
          <p:cNvSpPr txBox="1"/>
          <p:nvPr/>
        </p:nvSpPr>
        <p:spPr>
          <a:xfrm>
            <a:off x="4049486" y="249382"/>
            <a:ext cx="478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Playwright Architecture – Client – server model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CFCC52-27D0-C819-971F-6AF87B769D6D}"/>
              </a:ext>
            </a:extLst>
          </p:cNvPr>
          <p:cNvSpPr txBox="1"/>
          <p:nvPr/>
        </p:nvSpPr>
        <p:spPr>
          <a:xfrm>
            <a:off x="8348353" y="2092451"/>
            <a:ext cx="1865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CDP/CFP/</a:t>
            </a:r>
            <a:r>
              <a:rPr lang="en-US" dirty="0" err="1"/>
              <a:t>Webkit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406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2789</TotalTime>
  <Words>43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nitin gupta</dc:creator>
  <cp:lastModifiedBy>nitin gupta</cp:lastModifiedBy>
  <cp:revision>1</cp:revision>
  <dcterms:created xsi:type="dcterms:W3CDTF">2025-12-31T16:19:57Z</dcterms:created>
  <dcterms:modified xsi:type="dcterms:W3CDTF">2026-01-02T14:49:02Z</dcterms:modified>
</cp:coreProperties>
</file>